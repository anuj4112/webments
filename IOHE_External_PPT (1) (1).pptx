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-1836" y="-3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WebMents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ANUJ SINGLA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2210991317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 AJAY KATIYAR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WebMents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B2B (Business-to-Business) web platform built for India's garment manufacturing industry, valued at ₹15.5 trillion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Small-scale manufacturers traditionally rely on physical visits, travelling salesmen, and manual processes to reach buyers — which is costly and time-consuming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WebMents replaces this with a digital platform where manufacturers create online catalogues and buyers discover and contact them directly.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platform reduces operational costs by 40–60% and expands market reach from local to global.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 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Manufacturers face high operational costs due to travel, physical sample production, and maintaining a sales team.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Market reach is limited to local or regional buyers only.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traditional sales cycle takes 2–4 weeks to complete.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Buyers have no centralized platform to search, compare, and contact manufacturers.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Manual inventory and order tracking leads to errors and inefficiencies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2395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Proposed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WebMents provides a centralized B2B digital marketplace specifically for the garment manufacturing sector.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Manufacturers can register, create profiles, upload product catalogues with images, and manage orders online.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Buyers can search manufacturers by city, browse product catalogues, and unlock contact details using a credit system.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platform accelerates the sales cycle from weeks to just 1–3 days.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Node.js and Python/Flask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backends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implemented for technical flexibility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24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Tools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Frontend: HTML5, CSS3, JavaScript (ES6+), Google Fonts (Poppins)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Backend: Node.js (v14+), Express.js (v5.2.1)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Alternative Backend: Python (3.8+), Flask (3.0.3)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Database: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(v4.4+), Mongoose ODM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File Uploads: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Multer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(v2.1.1)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Other Libraries: CORS, Body-Parser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Development Tools: Visual Studio Code, Git,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Postman,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Compass</a:t>
            </a:r>
          </a:p>
        </p:txBody>
      </p:sp>
    </p:spTree>
    <p:extLst>
      <p:ext uri="{BB962C8B-B14F-4D97-AF65-F5344CB8AC3E}">
        <p14:creationId xmlns:p14="http://schemas.microsoft.com/office/powerpoint/2010/main" val="1508799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System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platform follows a 3-Tier Architecture.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Tier 1 — Presentation Layer: HTML, CSS, JavaScript frontend served as static files.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Tier 2 — Application Layer: Node.js + Express.js REST API server running on port 3000.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Tier 3 — Data Layer: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NoSQL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database with 4 collections — Users, Products, Orders,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ContactUnlock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Communication between frontend and backend happens via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RESTful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APIs using the Fetch API.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File uploads are stored in the public/uploads/ directory using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Multer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middleware.</a:t>
            </a:r>
          </a:p>
        </p:txBody>
      </p:sp>
    </p:spTree>
    <p:extLst>
      <p:ext uri="{BB962C8B-B14F-4D97-AF65-F5344CB8AC3E}">
        <p14:creationId xmlns:p14="http://schemas.microsoft.com/office/powerpoint/2010/main" val="306889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Role-Based Authentication: Separate signup and login for Manufacturers and Buyers.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Digital Catalogue Management: Manufacturers can add, edit, and delete products with images, price, category, stock, and minimum order quantity.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Buyer Dashboard: Search manufacturers by city and filter products by name or category in real time.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Credit-Based Contact Unlock: Buyers use 1 credit to permanently unlock a manufacturer's phone, email, address, and GST details.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Order Management: Buyers can place bulk orders; manufacturers can view and track all incoming orders.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Dual Backend: Fully functional Node.js and Python/Flask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backends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interchangeable.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483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project consists of 8 frontend HTML pages: Landing, Login, Signup, Manufacturer Dashboard, Buyer Dashboard, Catalogue, Product Details, and Manufacturer Details.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backend exposes 16 REST API endpoints covering authentication, product management, manufacturer listing, credits, contact unlock, and orders.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New buyers automatically receive 5 free credits on registration.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database was seeded with 5 manufacturers, 5 buyers, 15 products across 6 categories, and 5 sample orders for testing.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platform was tested successfully on Chrome, Firefox, and Edge browsers.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6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 Results and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04446" y="1481428"/>
            <a:ext cx="8229240" cy="3977280"/>
          </a:xfrm>
        </p:spPr>
        <p:txBody>
          <a:bodyPr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 core features were successfully implemented and tested.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Average page load time: under 1 second; API response time: under 100ms on local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credit-based unlock system worked accurately — credits deducted on first unlock, contact accessible permanently thereafter.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Sample data testing: 15 products (₹250–₹1,200/unit), 5 orders with combined value of ₹24,44,500.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Projected business impact: 40–60% reduction in operational costs, sales cycle reduced from 2–4 weeks to 1–3 days, market reach expanded from local to global.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6592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WebMents successfully digitalizes the traditional garment buying-selling process and addresses a real gap in India's unorganized textile industry.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 objectives were achieved — role-based access, digital catalogues, buyer discovery, credit system, and order management.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3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Future Scope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In-app messaging and payment gateway integration (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Razorpay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/Stripe)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Mobile applications for Android and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iOS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AI-powered product recommendations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Multi-language support and international expansion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JWT authentication,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bcrypt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password hashing, and HTTPS for production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260229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34712</TotalTime>
  <Words>817</Words>
  <Application>Microsoft Office PowerPoint</Application>
  <PresentationFormat>On-screen Show (4:3)</PresentationFormat>
  <Paragraphs>91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 Problem Statement</vt:lpstr>
      <vt:lpstr>Proposed Solution</vt:lpstr>
      <vt:lpstr>Tools</vt:lpstr>
      <vt:lpstr>System Architecture</vt:lpstr>
      <vt:lpstr>Key Features</vt:lpstr>
      <vt:lpstr>Implementation</vt:lpstr>
      <vt:lpstr> Results and Outcomes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HP</cp:lastModifiedBy>
  <cp:revision>2300</cp:revision>
  <dcterms:created xsi:type="dcterms:W3CDTF">2010-04-09T07:36:15Z</dcterms:created>
  <dcterms:modified xsi:type="dcterms:W3CDTF">2026-05-14T18:23:41Z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